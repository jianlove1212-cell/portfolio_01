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42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4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47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9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22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24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2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05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12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6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90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54B03-7D78-4DB3-823F-C5B1E8DE4D93}" type="datetimeFigureOut">
              <a:rPr lang="ko-KR" altLang="en-US" smtClean="0"/>
              <a:t>2020-06-11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4E3A5-CC2C-401B-B100-51004CB78E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19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xslider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xslider.com/examples/image-slideshow-captions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bxslider.com/examples/auto-show-start-stop-controls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0" y="0"/>
            <a:ext cx="9144000" cy="9087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16" y="1268760"/>
            <a:ext cx="8856984" cy="2244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15209"/>
            <a:ext cx="2828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5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bxslider</a:t>
            </a:r>
            <a:endParaRPr lang="ko-KR" alt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668344" y="1628800"/>
            <a:ext cx="576064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7236296" y="835869"/>
            <a:ext cx="432048" cy="76203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82" y="3805772"/>
            <a:ext cx="8856984" cy="3052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6852794" y="6160368"/>
            <a:ext cx="1152128" cy="3907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037851" y="4973825"/>
            <a:ext cx="1152128" cy="3907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6852794" y="4509120"/>
            <a:ext cx="195064" cy="321839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6635891" y="5712686"/>
            <a:ext cx="216024" cy="381016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hlinkClick r:id="rId2"/>
          </p:cNvPr>
          <p:cNvSpPr txBox="1"/>
          <p:nvPr/>
        </p:nvSpPr>
        <p:spPr>
          <a:xfrm>
            <a:off x="7457983" y="269694"/>
            <a:ext cx="1463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hlinkClick r:id="rId2"/>
              </a:rPr>
              <a:t>Bxslider.com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319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8680"/>
            <a:ext cx="278130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67610" y="702296"/>
            <a:ext cx="2765209" cy="2784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038" y="548680"/>
            <a:ext cx="4829175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851920" y="1340768"/>
            <a:ext cx="864096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3665038" y="980728"/>
            <a:ext cx="186882" cy="36004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105409" y="327585"/>
            <a:ext cx="186882" cy="36004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152"/>
            <a:ext cx="910062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>
            <a:off x="4427984" y="4005064"/>
            <a:ext cx="0" cy="64807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851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95300"/>
            <a:ext cx="478155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475656" y="4221088"/>
            <a:ext cx="1728192" cy="86409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/>
          <p:nvPr/>
        </p:nvCxnSpPr>
        <p:spPr>
          <a:xfrm flipH="1">
            <a:off x="3347864" y="4797152"/>
            <a:ext cx="576064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622" y="4014356"/>
            <a:ext cx="5309156" cy="161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992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461962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1520" y="6309320"/>
            <a:ext cx="6194645" cy="369332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hlinkClick r:id="rId3"/>
              </a:rPr>
              <a:t>https://bxslider.com/examples/image-slideshow-captions/</a:t>
            </a:r>
            <a:endParaRPr lang="ko-KR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145" y="4149080"/>
            <a:ext cx="6096000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678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0250" y="6326697"/>
            <a:ext cx="6750496" cy="36933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hlinkClick r:id="rId2"/>
              </a:rPr>
              <a:t>https://bxslider.com/examples/auto-show-start-stop-controls/</a:t>
            </a:r>
            <a:endParaRPr lang="ko-KR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3" y="260648"/>
            <a:ext cx="3857625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0" y="4005064"/>
            <a:ext cx="611505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3758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16632"/>
            <a:ext cx="7056784" cy="651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3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</Words>
  <Application>Microsoft Office PowerPoint</Application>
  <PresentationFormat>화면 슬라이드 쇼(4:3)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AutoBVT</dc:creator>
  <cp:lastModifiedBy>tjoeun</cp:lastModifiedBy>
  <cp:revision>5</cp:revision>
  <dcterms:created xsi:type="dcterms:W3CDTF">2018-01-17T00:35:21Z</dcterms:created>
  <dcterms:modified xsi:type="dcterms:W3CDTF">2020-06-11T03:32:40Z</dcterms:modified>
</cp:coreProperties>
</file>